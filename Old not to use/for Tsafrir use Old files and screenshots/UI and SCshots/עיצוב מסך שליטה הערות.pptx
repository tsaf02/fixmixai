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979" autoAdjust="0"/>
    <p:restoredTop sz="94660"/>
  </p:normalViewPr>
  <p:slideViewPr>
    <p:cSldViewPr snapToGrid="0">
      <p:cViewPr>
        <p:scale>
          <a:sx n="100" d="100"/>
          <a:sy n="100" d="100"/>
        </p:scale>
        <p:origin x="492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CA6E2DC-67EC-39C8-97E5-65EBF234DB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D6BAC73C-BEB2-C77B-563D-55F652CAC7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D894D52-805D-92D1-157C-0556B462A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FB5CE-0ECB-4731-BE68-2065AB07928F}" type="datetimeFigureOut">
              <a:rPr lang="he-IL" smtClean="0"/>
              <a:t>ב'/אייר/תשפ"ו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B3A3EDD-64CE-57B9-68CE-5A62BF887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676D2E7-BD78-C93B-40C9-BAD5A953E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7A691-13F4-4E03-B2BA-B3A4C13B6D4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46530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A24C503-BE72-F146-C1A6-4DA5DC31C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E8A147A-A37D-4886-2B7E-66842D0BD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0812C86-05DA-8B1F-7077-8442CB1AB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FB5CE-0ECB-4731-BE68-2065AB07928F}" type="datetimeFigureOut">
              <a:rPr lang="he-IL" smtClean="0"/>
              <a:t>ב'/אייר/תשפ"ו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E06B508-37D2-4316-F207-A1024F7EB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CA5FB62-A016-5C12-94F3-F8AC0A929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7A691-13F4-4E03-B2BA-B3A4C13B6D4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30651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0EF6F75-B94D-C37C-C2E8-A91D86F82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2E36580-56FF-475A-70CD-FD4F0520B4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5248003-A5FA-CB8F-23D6-7632811EB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FB5CE-0ECB-4731-BE68-2065AB07928F}" type="datetimeFigureOut">
              <a:rPr lang="he-IL" smtClean="0"/>
              <a:t>ב'/אייר/תשפ"ו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AC0CC85-D8C2-3A6B-944C-0649853E9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F67CFF4-ABFE-CDA9-EE14-10D8A4C24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7A691-13F4-4E03-B2BA-B3A4C13B6D4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22198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2583D9B-60C3-7910-F687-524279C67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AD4EF89-ED44-8073-C013-D26366A439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8B068021-560A-4048-307C-9E94550C76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29DDCBEB-1650-DD69-644D-B0CA50DCB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FB5CE-0ECB-4731-BE68-2065AB07928F}" type="datetimeFigureOut">
              <a:rPr lang="he-IL" smtClean="0"/>
              <a:t>ב'/אייר/תשפ"ו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7761B6DB-39E8-CDF4-4527-F4749F29F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467EB03D-F08E-8B42-38BC-C24E2932F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7A691-13F4-4E03-B2BA-B3A4C13B6D4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72710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8D37141-C66D-DB0A-68B3-6D79E7B85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DEB8100-B813-1D41-FDA9-D9720176B6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2B5FA6FC-D443-EBD3-AB0C-151FD190DE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2166C819-8DC8-9D97-BBF9-BC99A2F28F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287111DD-ADB3-69ED-8C92-495B521670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7CF189BF-FE52-0A03-8F41-190467EBA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FB5CE-0ECB-4731-BE68-2065AB07928F}" type="datetimeFigureOut">
              <a:rPr lang="he-IL" smtClean="0"/>
              <a:t>ב'/אייר/תשפ"ו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BF990956-82FC-0E7B-D51E-8F751389D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B66109C6-543F-6EDE-8DA9-5D881B2EC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7A691-13F4-4E03-B2BA-B3A4C13B6D4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74792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E5EB533-BD4A-8F1F-C64F-41C7BF938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D01CA2E9-D02B-ED4F-4380-9CF025435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FB5CE-0ECB-4731-BE68-2065AB07928F}" type="datetimeFigureOut">
              <a:rPr lang="he-IL" smtClean="0"/>
              <a:t>ב'/אייר/תשפ"ו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390FF85C-9CA0-84C5-DD2C-C0E4D1054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AD5C0E56-9C50-C77F-552A-8BBFA06EF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7A691-13F4-4E03-B2BA-B3A4C13B6D4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4367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9F9E331A-38D7-5E50-4C79-794E2926A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FB5CE-0ECB-4731-BE68-2065AB07928F}" type="datetimeFigureOut">
              <a:rPr lang="he-IL" smtClean="0"/>
              <a:t>ב'/אייר/תשפ"ו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70B4E589-E09E-460A-5463-8C3F2AB09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5700A59D-BB63-2063-7258-D9501C3D5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7A691-13F4-4E03-B2BA-B3A4C13B6D4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15373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97C1316-4211-40FF-4DF6-F8FCC7ADF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71A3180-DA76-BC66-F5E8-02BD294BE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0F0BE918-9840-9DD5-50A1-39D03F99D0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14D01C9E-6B1E-4FAF-0C6F-5672A6C86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FB5CE-0ECB-4731-BE68-2065AB07928F}" type="datetimeFigureOut">
              <a:rPr lang="he-IL" smtClean="0"/>
              <a:t>ב'/אייר/תשפ"ו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1CF5172D-556F-C765-652C-611FCC71B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DAB207F4-E55B-E776-3AC5-9AA4FC165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7A691-13F4-4E03-B2BA-B3A4C13B6D4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95417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25D8873-FA28-9417-5438-1FF39F170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8FA8A0C7-5B2E-DE80-492B-2BD5089D14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2CA31801-70F7-4284-94DF-C54A005E6E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61218647-F696-6D84-C01A-A8D65699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FB5CE-0ECB-4731-BE68-2065AB07928F}" type="datetimeFigureOut">
              <a:rPr lang="he-IL" smtClean="0"/>
              <a:t>ב'/אייר/תשפ"ו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41E44636-B8C8-5CA7-6313-9985D7B55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31CB8B7F-1ECD-A72A-74EB-0BDFFD0E8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7A691-13F4-4E03-B2BA-B3A4C13B6D4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37177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99F4A27-BD14-1FEF-F063-5D376433A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73EF2A91-C99E-362C-7B69-F269BD8EC0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1ED0864-8578-3A64-FD6A-342AA0F81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FB5CE-0ECB-4731-BE68-2065AB07928F}" type="datetimeFigureOut">
              <a:rPr lang="he-IL" smtClean="0"/>
              <a:t>ב'/אייר/תשפ"ו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035BB94-2ED7-4270-EA45-E0C4BAFAC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D95A1E2-220A-B686-9F57-C2103C2FD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7A691-13F4-4E03-B2BA-B3A4C13B6D4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90720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2D684CDE-15A9-A643-41FF-0B3F75E865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A91CF187-97B5-B281-AD16-71D6524C3D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A99ED08-834F-E84F-70E3-C10D795C2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FB5CE-0ECB-4731-BE68-2065AB07928F}" type="datetimeFigureOut">
              <a:rPr lang="he-IL" smtClean="0"/>
              <a:t>ב'/אייר/תשפ"ו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103D94C-032F-209D-1853-CE07713CD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055B787-BF8C-0B41-9749-490C88B25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7A691-13F4-4E03-B2BA-B3A4C13B6D4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17628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1D321AD4-3648-CDC0-8691-2E7545BB8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6F47F235-EEAB-3B14-7149-8467A27C0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06E95A2-34D2-AF9A-8052-1849F5B7C7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7FB5CE-0ECB-4731-BE68-2065AB07928F}" type="datetimeFigureOut">
              <a:rPr lang="he-IL" smtClean="0"/>
              <a:t>ב'/אייר/תשפ"ו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3FEE8B8-C4B3-0B09-76A0-9493D55565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90C7FB3-8783-4CE8-5D26-49E6BB6D6B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07A691-13F4-4E03-B2BA-B3A4C13B6D4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38667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601DBF65-7C8F-F858-94E5-F1E0978F8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91" y="-49689"/>
            <a:ext cx="11776364" cy="6984767"/>
          </a:xfrm>
          <a:prstGeom prst="rect">
            <a:avLst/>
          </a:prstGeom>
        </p:spPr>
      </p:pic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70AA7085-521D-F965-052F-FC671D28DD80}"/>
              </a:ext>
            </a:extLst>
          </p:cNvPr>
          <p:cNvSpPr txBox="1"/>
          <p:nvPr/>
        </p:nvSpPr>
        <p:spPr>
          <a:xfrm>
            <a:off x="1468582" y="1330036"/>
            <a:ext cx="4479636" cy="440120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>
              <a:buAutoNum type="arabicPeriod"/>
            </a:pPr>
            <a:r>
              <a:rPr lang="he-IL" sz="1400" dirty="0">
                <a:solidFill>
                  <a:schemeClr val="bg1"/>
                </a:solidFill>
              </a:rPr>
              <a:t>הרקע החצי שקוף יוצר בלבלול כי רואים למטה. כרגע אפשר לשנות לאפור כהה מלא במקום שקוף.</a:t>
            </a:r>
          </a:p>
          <a:p>
            <a:pPr marL="342900" indent="-342900">
              <a:buAutoNum type="arabicPeriod"/>
            </a:pPr>
            <a:r>
              <a:rPr lang="he-IL" sz="1400" dirty="0">
                <a:solidFill>
                  <a:schemeClr val="bg1"/>
                </a:solidFill>
              </a:rPr>
              <a:t>זה מעולה שאפשר להזיז את החלון לכל מקום וכדי היוזרים ידעו זאת צריך להוסיף למעלה ליד סימן ההקטנת מסך ("-" סימן של </a:t>
            </a:r>
          </a:p>
          <a:p>
            <a:pPr marL="342900" indent="-342900">
              <a:buAutoNum type="arabicPeriod"/>
            </a:pPr>
            <a:r>
              <a:rPr lang="he-IL" sz="1400" dirty="0">
                <a:solidFill>
                  <a:schemeClr val="bg1"/>
                </a:solidFill>
              </a:rPr>
              <a:t>3. כפתור רדיו למעלה, אם הוא מכבה את השימוש בכל האפליקציות, אז עדיף שיהיה חלון רדיו גל לכל אפליקציה בנפרד. ולכן הכותרת למעלה צריכה להיות : "הפעלה/ סגירה בכל האפליקציות"</a:t>
            </a:r>
          </a:p>
          <a:p>
            <a:r>
              <a:rPr lang="he-IL" sz="1400" dirty="0">
                <a:solidFill>
                  <a:schemeClr val="bg1"/>
                </a:solidFill>
              </a:rPr>
              <a:t>וליד שמות של כל האפליקציות עם כפתור רדיו</a:t>
            </a:r>
          </a:p>
          <a:p>
            <a:endParaRPr lang="he-IL" sz="1400" dirty="0">
              <a:solidFill>
                <a:schemeClr val="bg1"/>
              </a:solidFill>
            </a:endParaRPr>
          </a:p>
          <a:p>
            <a:r>
              <a:rPr lang="he-IL" sz="1400" dirty="0">
                <a:solidFill>
                  <a:schemeClr val="bg1"/>
                </a:solidFill>
              </a:rPr>
              <a:t>4. למעלה צריך שתי כותרות עם אופציות בחירה: אחד לבחור שפה (כרגע מספיק רק עברית" והשני "הפעלה אוטומטית בפתיחת אפליקציות חדשות" (בחירה בכפתור רדיו).</a:t>
            </a:r>
          </a:p>
          <a:p>
            <a:endParaRPr lang="he-IL" sz="1400" dirty="0">
              <a:solidFill>
                <a:schemeClr val="bg1"/>
              </a:solidFill>
            </a:endParaRPr>
          </a:p>
          <a:p>
            <a:r>
              <a:rPr lang="he-IL" sz="1400" dirty="0">
                <a:solidFill>
                  <a:schemeClr val="bg1"/>
                </a:solidFill>
              </a:rPr>
              <a:t>5. שאלה לגבי </a:t>
            </a:r>
            <a:r>
              <a:rPr lang="he-IL" sz="1400" dirty="0" err="1">
                <a:solidFill>
                  <a:schemeClr val="bg1"/>
                </a:solidFill>
              </a:rPr>
              <a:t>ווטס</a:t>
            </a:r>
            <a:r>
              <a:rPr lang="he-IL" sz="1400" dirty="0">
                <a:solidFill>
                  <a:schemeClr val="bg1"/>
                </a:solidFill>
              </a:rPr>
              <a:t>-אפ ו </a:t>
            </a:r>
            <a:r>
              <a:rPr lang="en-US" sz="1400" dirty="0">
                <a:solidFill>
                  <a:schemeClr val="bg1"/>
                </a:solidFill>
              </a:rPr>
              <a:t>notion</a:t>
            </a:r>
            <a:r>
              <a:rPr lang="he-IL" sz="1400" dirty="0">
                <a:solidFill>
                  <a:schemeClr val="bg1"/>
                </a:solidFill>
              </a:rPr>
              <a:t> כי נתקלתי בבעיה רק באפליקציות </a:t>
            </a:r>
            <a:r>
              <a:rPr lang="en-US" sz="1400" dirty="0">
                <a:solidFill>
                  <a:schemeClr val="bg1"/>
                </a:solidFill>
              </a:rPr>
              <a:t>AI</a:t>
            </a:r>
            <a:r>
              <a:rPr lang="he-IL" sz="1400" dirty="0">
                <a:solidFill>
                  <a:schemeClr val="bg1"/>
                </a:solidFill>
              </a:rPr>
              <a:t>, ולכן לא חשבתי בכלל להציע את זה לכל האפליקציות בעולם. צריך את זה בעיקר בצ'טים </a:t>
            </a:r>
            <a:r>
              <a:rPr lang="he-IL" sz="1400" dirty="0" err="1">
                <a:solidFill>
                  <a:schemeClr val="bg1"/>
                </a:solidFill>
              </a:rPr>
              <a:t>ובארטיפקטס</a:t>
            </a:r>
            <a:r>
              <a:rPr lang="he-IL" sz="1400" dirty="0">
                <a:solidFill>
                  <a:schemeClr val="bg1"/>
                </a:solidFill>
              </a:rPr>
              <a:t>/ תצוגות שמראות טבלאות, ואני חושש שאם ננסה לתרגם את כל האפליקציות בעולם תהיה לנו בעיה של כמות מידע. </a:t>
            </a:r>
          </a:p>
        </p:txBody>
      </p:sp>
      <p:sp>
        <p:nvSpPr>
          <p:cNvPr id="5" name="חץ: מרובע 4">
            <a:extLst>
              <a:ext uri="{FF2B5EF4-FFF2-40B4-BE49-F238E27FC236}">
                <a16:creationId xmlns:a16="http://schemas.microsoft.com/office/drawing/2014/main" id="{9E031822-E230-35CC-187A-C6155026BDC7}"/>
              </a:ext>
            </a:extLst>
          </p:cNvPr>
          <p:cNvSpPr/>
          <p:nvPr/>
        </p:nvSpPr>
        <p:spPr>
          <a:xfrm>
            <a:off x="4666022" y="2245951"/>
            <a:ext cx="249381" cy="249382"/>
          </a:xfrm>
          <a:prstGeom prst="quadArrow">
            <a:avLst>
              <a:gd name="adj1" fmla="val 6806"/>
              <a:gd name="adj2" fmla="val 9132"/>
              <a:gd name="adj3" fmla="val 7222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2010372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169</Words>
  <Application>Microsoft Office PowerPoint</Application>
  <PresentationFormat>מסך רחב</PresentationFormat>
  <Paragraphs>8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ערכת נושא Office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tsafrir or</dc:creator>
  <cp:lastModifiedBy>tsafrir or</cp:lastModifiedBy>
  <cp:revision>1</cp:revision>
  <dcterms:created xsi:type="dcterms:W3CDTF">2026-04-19T00:41:21Z</dcterms:created>
  <dcterms:modified xsi:type="dcterms:W3CDTF">2026-04-19T00:53:49Z</dcterms:modified>
</cp:coreProperties>
</file>